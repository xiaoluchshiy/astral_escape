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894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896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28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71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973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786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03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74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24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39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66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A3A1B-F626-4D55-B99D-6CB7B4B020C3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0AA0E-D3D2-45FB-BF69-BF402CE5CD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39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4848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Ученик</dc:creator>
  <cp:lastModifiedBy>Ученик</cp:lastModifiedBy>
  <cp:revision>1</cp:revision>
  <dcterms:created xsi:type="dcterms:W3CDTF">2026-01-12T13:14:08Z</dcterms:created>
  <dcterms:modified xsi:type="dcterms:W3CDTF">2026-01-12T13:14:44Z</dcterms:modified>
</cp:coreProperties>
</file>